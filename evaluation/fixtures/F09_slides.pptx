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Zlet Converter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Docling Markdown Conversion Spike (ZC-042)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execution without cloud dependency</a:t>
            </a:r>
          </a:p>
          <a:p>
            <a:r>
              <a:t>Reading order integrity across complex columns</a:t>
            </a:r>
          </a:p>
          <a:p>
            <a:r>
              <a:t>Precise table and list syntax preservation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Milestone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6200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Completion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ZC-041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Repo Docs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ZC-042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Docling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