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Zlet Converter Strategy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Docling Markdown Conversion Spike (ZC-042)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Evaluation Criteria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Local execution without cloud dependency</a:t>
            </a:r>
          </a:p>
          <a:p>
            <a:r>
              <a:t>Reading order integrity across complex columns</a:t>
            </a:r>
          </a:p>
          <a:p>
            <a:r>
              <a:t>Precise table and list syntax preservation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Milestone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828800"/>
          <a:ext cx="7315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762000">
                <a:tc>
                  <a:txBody>
                    <a:bodyPr/>
                    <a:lstStyle/>
                    <a:p>
                      <a:r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Target Engine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Completion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t>ZC-041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Repo Docs Alignment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Complete</a:t>
                      </a:r>
                    </a:p>
                  </a:txBody>
                  <a:tcPr/>
                </a:tc>
              </a:tr>
              <a:tr h="762000">
                <a:tc>
                  <a:txBody>
                    <a:bodyPr/>
                    <a:lstStyle/>
                    <a:p>
                      <a:r>
                        <a:t>ZC-042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Docling Evaluation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In Progress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